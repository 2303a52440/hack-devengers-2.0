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HACK DEVENGERS 2.0 SUBMISSION</a:t>
            </a:r>
          </a:p>
          <a:p>
            <a:pPr>
              <a:defRPr sz="4400" b="1">
                <a:solidFill>
                  <a:srgbClr val="10B981"/>
                </a:solidFill>
              </a:defRPr>
            </a:pPr>
            <a:r>
              <a:t>OmniFlow AI</a:t>
            </a:r>
          </a:p>
          <a:p>
            <a:pPr>
              <a:spcBef>
                <a:spcPts val="800"/>
              </a:spcBef>
              <a:spcAft>
                <a:spcPts val="2400"/>
              </a:spcAft>
              <a:defRPr sz="2000">
                <a:solidFill>
                  <a:srgbClr val="FFFFFF"/>
                </a:solidFill>
              </a:defRPr>
            </a:pPr>
            <a:r>
              <a:t>Autonomous Multimodal WhatsApp CRM &amp;</a:t>
            </a:r>
            <a:br/>
            <a:r>
              <a:t>Real-Time UPI Billing Engine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👤 Presenter: Seetharam Ravula</a:t>
            </a:r>
            <a:br/>
            <a:r>
              <a:t>🚀 Build • Learn • Lead • Impact</a:t>
            </a:r>
          </a:p>
        </p:txBody>
      </p:sp>
      <p:pic>
        <p:nvPicPr>
          <p:cNvPr id="4" name="Picture 3" descr="dashboard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9377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The Real-World Problem Facing Indian MSMEs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🔴 High Lead Drop-off Rates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Inquiries on WhatsApp go unaddressed for hours because manual customer support reps cannot respond fast enough, causing potential buyers to switch to competitors.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🔴 Payment Friction &amp; Abandonment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Sharing bank details or generic payment links manually creates trust issues and delays, leading customers to abandon purchase decisions before checkout.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🔴 Fragmented Lead Tracking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Customer chat histories, unpaid Khatas, and transaction receipts stay trapped inside personal phone screens without a unified CRM or payment reconciliation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OmniFlow AI: Solution Overview &amp; Mobile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9436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🎙️ Multimodal &amp; Multilingual AI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Processes text messages and voice notes in English, Hindi, Hinglish, and regional code-switching languages.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59436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⚡ NPCI-Compliant UPI Invoicing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Generates dynamic GST invoices with scannable UPI QR images and instant payment deep links (GPay, PhonePe, Paytm, BHIM).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59436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📊 Real-Time Web CRM Dashboard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Sleek dark-mode dashboard displaying lead statuses (NEW, INVOICED, CONVERTED), sentiment analytics, and payment reminders.</a:t>
            </a:r>
          </a:p>
        </p:txBody>
      </p:sp>
      <p:pic>
        <p:nvPicPr>
          <p:cNvPr id="7" name="Picture 6" descr="whatsapp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4805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Technical Stack &amp; Web Dashboard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943600" cy="77724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Backend Framework: </a:t>
            </a:r>
            <a:r>
              <a:rPr b="0">
                <a:solidFill>
                  <a:srgbClr val="FFFFFF"/>
                </a:solidFill>
              </a:rPr>
              <a:t>Python 3.10, FastAPI, Uvicorn (Async REST 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943600" cy="77724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Database Layer: </a:t>
            </a:r>
            <a:r>
              <a:rPr b="0">
                <a:solidFill>
                  <a:srgbClr val="FFFFFF"/>
                </a:solidFill>
              </a:rPr>
              <a:t>SQLite, SQLAlchemy ORM (Leads &amp; Invoices)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5943600" cy="77724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AI &amp; Voice Engine: </a:t>
            </a:r>
            <a:r>
              <a:rPr b="0">
                <a:solidFill>
                  <a:srgbClr val="FFFFFF"/>
                </a:solidFill>
              </a:rPr>
              <a:t>VoiceAudioProcessor, Keyword Intent 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5943600" cy="77724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Payment Generator: </a:t>
            </a:r>
            <a:r>
              <a:rPr b="0">
                <a:solidFill>
                  <a:srgbClr val="FFFFFF"/>
                </a:solidFill>
              </a:rPr>
              <a:t>NPCI UPI URI Spec, qrcode matrix, Pillow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212080"/>
            <a:ext cx="5943600" cy="77724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Admin Dashboard: </a:t>
            </a:r>
            <a:r>
              <a:rPr b="0">
                <a:solidFill>
                  <a:srgbClr val="FFFFFF"/>
                </a:solidFill>
              </a:rPr>
              <a:t>HTML5, Tailwind CSS, Alpine.js, Live Sandbox</a:t>
            </a:r>
          </a:p>
        </p:txBody>
      </p:sp>
      <p:pic>
        <p:nvPicPr>
          <p:cNvPr id="9" name="Picture 8" descr="dashboard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480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Why OmniFlow AI Stands Out (Innovation Factor)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200"/>
              </a:spcAft>
              <a:defRPr b="1" sz="1500">
                <a:solidFill>
                  <a:srgbClr val="10B981"/>
                </a:solidFill>
              </a:defRPr>
            </a:pPr>
            <a:r>
              <a:t>✨ Multilingual Voice Speech Parser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Solves the literacy and speed barrier for Indian buyers by parsing voice recordings into structured intent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200"/>
              </a:spcAft>
              <a:defRPr b="1" sz="1500">
                <a:solidFill>
                  <a:srgbClr val="10B981"/>
                </a:solidFill>
              </a:defRPr>
            </a:pPr>
            <a:r>
              <a:t>✨ Zero-Friction Instant UPI Checkout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Eliminates typing bank account numbers; buyers simply scan the auto-generated QR code or tap the UPI payment 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200"/>
              </a:spcAft>
              <a:defRPr b="1" sz="1500">
                <a:solidFill>
                  <a:srgbClr val="10B981"/>
                </a:solidFill>
              </a:defRPr>
            </a:pPr>
            <a:r>
              <a:t>✨ Automated Status Sync &amp; Reminders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Automatically converts lead status upon payment detection and dispatches single-click payment reminders.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200"/>
              </a:spcAft>
              <a:defRPr b="1" sz="1500">
                <a:solidFill>
                  <a:srgbClr val="10B981"/>
                </a:solidFill>
              </a:defRPr>
            </a:pPr>
            <a:r>
              <a:t>✨ Modular India-First Architecture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Tailored specifically for Indian coaching institutes, retail vendors, and local service providers.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Project Resources &amp; Access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🐙 GitHub Source Code Repository:</a:t>
            </a:r>
          </a:p>
          <a:p>
            <a:pPr>
              <a:spcAft>
                <a:spcPts val="2000"/>
              </a:spcAft>
              <a:defRPr sz="1600">
                <a:solidFill>
                  <a:srgbClr val="38BDF8"/>
                </a:solidFill>
              </a:defRPr>
            </a:pPr>
            <a:r>
              <a:t>https://github.com/2303A52440/Hack-Devengers-2.0.git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🌐 Live Public Web Deployment Link:</a:t>
            </a:r>
          </a:p>
          <a:p>
            <a:pPr>
              <a:spcAft>
                <a:spcPts val="3000"/>
              </a:spcAft>
              <a:defRPr sz="1600">
                <a:solidFill>
                  <a:srgbClr val="38BDF8"/>
                </a:solidFill>
              </a:defRPr>
            </a:pPr>
            <a:r>
              <a:t>https://shaky-clubs-pump.loca.lt/dashboard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Thank You! Hack Devengers 2.0 | Build • Learn • Lead •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