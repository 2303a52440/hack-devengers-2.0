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0B981"/>
                </a:solidFill>
              </a:defRPr>
            </a:pPr>
            <a:r>
              <a:t>OmniFlow AI</a:t>
            </a:r>
          </a:p>
          <a:p>
            <a:pPr>
              <a:spcBef>
                <a:spcPts val="1000"/>
              </a:spcBef>
              <a:spcAft>
                <a:spcPts val="3000"/>
              </a:spcAft>
              <a:defRPr sz="2400">
                <a:solidFill>
                  <a:srgbClr val="FFFFFF"/>
                </a:solidFill>
              </a:defRPr>
            </a:pPr>
            <a:r>
              <a:t>Autonomous Multimodal WhatsApp CRM &amp; Real-Time UPI Billing Engine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Submitted by: Seetharam Ravula | Hack Devengers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HACK DEVENGERS 2.0 PROJECT PITCH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The Real-World Problem Facing Indian MSMEs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🔴 High Lead Drop-off Rates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Inquiries on WhatsApp go unaddressed for hours because manual customer support reps cannot respond fast enough, causing potential buyers to switch to competitors.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3832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🔴 Payment Friction &amp; Abandonment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Sharing bank details or generic payment links manually creates trust issues and delays, leading customers to abandon purchase decisions before checkout.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3832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🔴 Fragmented Lead Tracking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Customer chat histories, unpaid Khatas, and transaction receipts stay trapped inside personal phone screens without a unified CRM or payment reconciliation tool.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HACK DEVENGERS 2.0 PROJECT PITCH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OmniFlow AI: Autonomous Sales &amp; Instant Billing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🎙️ Multimodal &amp; Multilingual AI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Processes both text messages and voice notes in English, Hindi, Hinglish, and regional code-switching languages with instant response generation.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3832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⚡ NPCI-Compliant UPI QR Billing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Automatically generates dynamic GST invoices with scannable UPI QR images and instant deep links (GPay, PhonePe, Paytm, BHIM).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3832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📊 Real-Time Web CRM Dashboard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Sleek dark-mode dashboard displaying lead statuses (NEW, INVOICED, CONVERTED), sentiment analytics, and one-click payment reminders.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HACK DEVENGERS 2.0 PROJECT PITCH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Technical Architecture &amp; Component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7315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b="1" sz="1500">
                <a:solidFill>
                  <a:srgbClr val="38BDF8"/>
                </a:solidFill>
              </a:defRPr>
            </a:pPr>
            <a:r>
              <a:t>Backend Server: </a:t>
            </a:r>
            <a:r>
              <a:rPr b="0">
                <a:solidFill>
                  <a:srgbClr val="FFFFFF"/>
                </a:solidFill>
              </a:rPr>
              <a:t>Python 3.10, FastAPI, Uvicorn (High performance async REST API)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10698480" cy="7315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b="1" sz="1500">
                <a:solidFill>
                  <a:srgbClr val="38BDF8"/>
                </a:solidFill>
              </a:defRPr>
            </a:pPr>
            <a:r>
              <a:t>Database Layer: </a:t>
            </a:r>
            <a:r>
              <a:rPr b="0">
                <a:solidFill>
                  <a:srgbClr val="FFFFFF"/>
                </a:solidFill>
              </a:rPr>
              <a:t>SQLite, SQLAlchemy ORM (Lightweight lead &amp; invoice tracking)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57600"/>
            <a:ext cx="10698480" cy="7315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b="1" sz="1500">
                <a:solidFill>
                  <a:srgbClr val="38BDF8"/>
                </a:solidFill>
              </a:defRPr>
            </a:pPr>
            <a:r>
              <a:t>AI &amp; Voice Engine: </a:t>
            </a:r>
            <a:r>
              <a:rPr b="0">
                <a:solidFill>
                  <a:srgbClr val="FFFFFF"/>
                </a:solidFill>
              </a:rPr>
              <a:t>VoiceAudioProcessor, Keyword Intent Router, Sentiment Scoring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572000"/>
            <a:ext cx="10698480" cy="7315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b="1" sz="1500">
                <a:solidFill>
                  <a:srgbClr val="38BDF8"/>
                </a:solidFill>
              </a:defRPr>
            </a:pPr>
            <a:r>
              <a:t>Payment Generator: </a:t>
            </a:r>
            <a:r>
              <a:rPr b="0">
                <a:solidFill>
                  <a:srgbClr val="FFFFFF"/>
                </a:solidFill>
              </a:rPr>
              <a:t>NPCI UPI URI Spec, qrcode matrix generator, Pillow (PIL)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b="1" sz="1500">
                <a:solidFill>
                  <a:srgbClr val="38BDF8"/>
                </a:solidFill>
              </a:defRPr>
            </a:pPr>
            <a:r>
              <a:t>Admin Dashboard: </a:t>
            </a:r>
            <a:r>
              <a:rPr b="0">
                <a:solidFill>
                  <a:srgbClr val="FFFFFF"/>
                </a:solidFill>
              </a:rPr>
              <a:t>HTML5, Tailwind CSS, Alpine.js, Live Web Sandbox Simulator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HACK DEVENGERS 2.0 PROJECT PITCH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Why OmniFlow AI Stands Out (Innovation Factor)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✨ Multilingual Voice Note Speech Parser: Solves the literacy and speed barrier for Indian buyers by parsing voice recordings into structured queries.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1069848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✨ Zero-Friction UPI Checkout: Eliminates typing bank account numbers; buyers simply scan the auto-generated QR code or tap the UPI payment link.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1069848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✨ Automated Status Sync &amp; Reminders: Automatically converts lead status upon payment detection and dispatches single-click payment reminders.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1069848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✨ Modular India-First Design: Tailored for Indian coaching institutes, retail, and local service vendors.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HACK DEVENGERS 2.0 PROJECT PITCH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Project Resources &amp;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🐙 GitHub Source Code Repository:</a:t>
            </a:r>
          </a:p>
          <a:p>
            <a:pPr>
              <a:spcAft>
                <a:spcPts val="2000"/>
              </a:spcAft>
              <a:defRPr sz="1600">
                <a:solidFill>
                  <a:srgbClr val="38BDF8"/>
                </a:solidFill>
              </a:defRPr>
            </a:pPr>
            <a:r>
              <a:t>https://github.com/2303A52440/Hack-Devengers-2.0.git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🌐 Live Public Web Deployment:</a:t>
            </a:r>
          </a:p>
          <a:p>
            <a:pPr>
              <a:spcAft>
                <a:spcPts val="3000"/>
              </a:spcAft>
              <a:defRPr sz="1600">
                <a:solidFill>
                  <a:srgbClr val="38BDF8"/>
                </a:solidFill>
              </a:defRPr>
            </a:pPr>
            <a:r>
              <a:t>https://shaky-clubs-pump.loca.lt/dashboard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Thank You! Hack Devengers 2.0 | Build • Learn • Lead • Impact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